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atsApp Image 2026-10-26 at 7.30.38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atsApp Image 2026-10-26 at 7.30.3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atsApp Image 2026-10-26 at 7.29.03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